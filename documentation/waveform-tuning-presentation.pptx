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12188952" cy="6748272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0B4D8"/>
                </a:solidFill>
              </a:rPr>
              <a:t>Waveform Tuning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CDDEE"/>
                </a:solidFill>
              </a:rPr>
              <a:t>Finding optimal printer settings with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99AA"/>
                </a:solidFill>
              </a:rPr>
              <a:t>Canon Production Printing  ·  4 Predictive Models  ·  Random Forest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1 / 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303520" cy="201168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D666"/>
                </a:solidFill>
              </a:rPr>
              <a:t>30 chips  ×  1,120 nozzles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Each nozzle must fire consistently.
V, F_r, dt2 control ink output.
Testing every combination is slow and expensive.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303520" cy="201168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188720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6AE59B"/>
                </a:solidFill>
              </a:rPr>
              <a:t>Our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DDEE"/>
                </a:solidFill>
              </a:rPr>
              <a:t>Train ML models on existing experiment data.
Predict print quality for untested settings.
Rank candidates — run only the best ones physically.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99AA"/>
                </a:solidFill>
              </a:rPr>
              <a:t>Tunable inputs:  V (voltage)   ·   F_r (flow rate)   ·   dt2 (timing)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0233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8899AA"/>
                </a:solidFill>
              </a:rPr>
              <a:t>Context (fixed by print job):  Color$   ·   Coverage#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Why Four Models?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899AA"/>
                </a:solidFill>
              </a:rPr>
              <a:t>Two questions  ×  two scales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D666"/>
                </a:solidFill>
              </a:rPr>
              <a:t>What SD level?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5544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AE59B"/>
                </a:solidFill>
              </a:rPr>
              <a:t>How consistent?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5603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DDEE"/>
                </a:solidFill>
              </a:rPr>
              <a:t>Within one chip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9319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CDDEE"/>
                </a:solidFill>
              </a:rPr>
              <a:t>Across all 30 chips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2194560"/>
            <a:ext cx="3474720" cy="109728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63240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66"/>
                </a:solidFill>
              </a:rPr>
              <a:t>Model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6060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sd_mean
Avg nozzle density per chip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194560"/>
            <a:ext cx="3474720" cy="109728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22402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E59B"/>
                </a:solidFill>
              </a:rPr>
              <a:t>Model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2606040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sd_std
Nozzle spread within chip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3566160"/>
            <a:ext cx="3474720" cy="109728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3611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666"/>
                </a:solidFill>
              </a:rPr>
              <a:t>Model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9776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cross_chip_mean
Avg density across 30 chips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566160"/>
            <a:ext cx="3474720" cy="109728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36118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E59B"/>
                </a:solidFill>
              </a:rPr>
              <a:t>Model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977639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cross_chip_std
Chip consistency across printhead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292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4D8"/>
                </a:solidFill>
              </a:rPr>
              <a:t>★  Model 2 + Model 4 together give the most complete answer for Canon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Model Performance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051560"/>
            <a:ext cx="11521440" cy="457200"/>
          </a:xfrm>
          <a:prstGeom prst="rect">
            <a:avLst/>
          </a:prstGeom>
          <a:solidFill>
            <a:srgbClr val="005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0972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1097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109728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R²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097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Test Strategy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600200"/>
            <a:ext cx="11521440" cy="59436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64592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Model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6459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sd_std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1645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Random Forest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6459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E59B"/>
                </a:solidFill>
              </a:rPr>
              <a:t>0.845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Chips 25–30 held out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258568"/>
            <a:ext cx="11521440" cy="59436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30428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Model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30428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cross_chip_std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304288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880" y="2304288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666"/>
                </a:solidFill>
              </a:rPr>
              <a:t>0.998 *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30428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Random 80/20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2916936"/>
            <a:ext cx="11521440" cy="59436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962656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Model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296265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sd_mean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2962656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Random Forest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2962656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E59B"/>
                </a:solidFill>
              </a:rPr>
              <a:t>0.995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62656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Chips 25–30 held out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3575304"/>
            <a:ext cx="11521440" cy="594360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621024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Model 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20240" y="362102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cross_chip_mean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0" y="3621024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Random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3621024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D666"/>
                </a:solidFill>
              </a:rPr>
              <a:t>0.998 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621024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Random 80/20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899AA"/>
                </a:solidFill>
              </a:rPr>
              <a:t>* Random 80/20 split from the same experiment — likely overestimates real-world performance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120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B4D8"/>
                </a:solidFill>
              </a:rPr>
              <a:t>Random Forest outperformed XGBoost and Linear Regression across all four models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What Drives Print Variability?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899AA"/>
                </a:solidFill>
              </a:rPr>
              <a:t>Feature importance from Model 1 (Random Forest)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Color$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527048"/>
            <a:ext cx="2125980" cy="310896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77740" y="14630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31%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Coverage#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2075688"/>
            <a:ext cx="1851660" cy="310896"/>
          </a:xfrm>
          <a:prstGeom prst="rect">
            <a:avLst/>
          </a:prstGeom>
          <a:solidFill>
            <a:srgbClr val="FFD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03420" y="201168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27%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603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V × F_r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2624327"/>
            <a:ext cx="96012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1879" y="25603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14%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3172968"/>
            <a:ext cx="68580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37560" y="310896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65760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F_r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3721608"/>
            <a:ext cx="54864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6576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20624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dt2 × Cov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4270248"/>
            <a:ext cx="34290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4660" y="420624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754879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V²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0320" y="4818888"/>
            <a:ext cx="205739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57500" y="4754879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30352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F_r²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5367528"/>
            <a:ext cx="137160" cy="31089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30352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52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Color and Coverage are the dominant drivers — but they cannot be tuned.
V, F_r, dt2 are the levers Canon actually controls.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Finding the Best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99AA"/>
                </a:solidFill>
              </a:rPr>
              <a:t>Cell 9 — Target SD Search (example: Color = C, Coverage = 22, target SD = 0.35)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1371600"/>
          </a:xfrm>
          <a:prstGeom prst="rect">
            <a:avLst/>
          </a:prstGeom>
          <a:solidFill>
            <a:srgbClr val="0A0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1732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AE59B"/>
                </a:solidFill>
              </a:rPr>
              <a:t>target_sd  = 0.35
tolerance  = 0.02
color      = 'C'
coverage   = 22.0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97880" y="1920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00B4D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71600"/>
            <a:ext cx="5394960" cy="384048"/>
          </a:xfrm>
          <a:prstGeom prst="rect">
            <a:avLst/>
          </a:prstGeom>
          <a:solidFill>
            <a:srgbClr val="005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99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1399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F_r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1399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dt2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399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cross_chip_mean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139903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cross_chip_std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801368"/>
            <a:ext cx="5394960" cy="384048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8288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20.0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18288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1.14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18288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-900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18288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0.349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18288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E59B"/>
                </a:solidFill>
              </a:rPr>
              <a:t>0.0021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2212848"/>
            <a:ext cx="5394960" cy="384048"/>
          </a:xfrm>
          <a:prstGeom prst="rect">
            <a:avLst/>
          </a:prstGeom>
          <a:solidFill>
            <a:srgbClr val="1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2402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21.0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22402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1.10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22402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-900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402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0.352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22402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E59B"/>
                </a:solidFill>
              </a:rPr>
              <a:t>0.0023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24328"/>
            <a:ext cx="5394960" cy="384048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651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20.0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23760" y="2651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1.10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651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-700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35440" y="2651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CDDEE"/>
                </a:solidFill>
              </a:rPr>
              <a:t>0.351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265176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E59B"/>
                </a:solidFill>
              </a:rPr>
              <a:t>0.0028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1089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AE59B"/>
                </a:solidFill>
              </a:rPr>
              <a:t>↑ lowest cross_chip_std = most consistent across all 30 chips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38912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The model filters candidates to those hitting the target density,
then ranks them by cross-chip consistency — giving a direct actionable recommendation.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Interactive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94960" cy="228600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CDDEE"/>
                </a:solidFill>
              </a:rPr>
              <a:t>Measured Tab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Direct lookup from real experiment data.
No model involved — fully reliable.
Shows all tested settings for the selected color and coverage.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94960" cy="2286000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CCDDEE"/>
                </a:solidFill>
              </a:rPr>
              <a:t>Predicted Tab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0292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CDDEE"/>
                </a:solidFill>
              </a:rPr>
              <a:t>Uses the Random Forest model.
Predicts for untested V × F_r × dt2 combinations.
Marks each row as tested: yes / 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666"/>
                </a:solidFill>
              </a:rPr>
              <a:t>Optional:  set a target SD  →  results are filtered to settings that achieve that density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389120"/>
            <a:ext cx="5760720" cy="50292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37560" y="445312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AE59B"/>
                </a:solidFill>
              </a:rPr>
              <a:t>streamlit run app.py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B4D8"/>
                </a:solidFill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D666"/>
                </a:solidFill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–  R²=0.998 for Models 2 &amp; 4 comes from a random split of the same experiment — not tested on new 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–  All models trained on one print run with 30 chips from one batch — generalisation unknown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–  Random Forest interpolates but cannot extrapolate beyond the range of training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394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–  No input validation in the dashboard — out-of-range inputs produce unreliable predictions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00584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AE59B"/>
                </a:solidFill>
              </a:rPr>
              <a:t>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508760"/>
            <a:ext cx="5394960" cy="566928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1.  Validate on a second independent print run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221991"/>
            <a:ext cx="5394960" cy="566928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67712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2.  Add input validation — reject out-of-range values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935224"/>
            <a:ext cx="5394960" cy="566928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980944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3.  Wrap model as an API for Canon's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648456"/>
            <a:ext cx="5394960" cy="566928"/>
          </a:xfrm>
          <a:prstGeom prst="rect">
            <a:avLst/>
          </a:prstGeom>
          <a:solidFill>
            <a:srgbClr val="0D2A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94176"/>
            <a:ext cx="5120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4.  Test on different printhead hardware batch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120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00B4D8"/>
                </a:solidFill>
              </a:rPr>
              <a:t>Current state: working proof of concept — the recommended settings table is already useful to Canon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8899AA"/>
                </a:solidFill>
              </a:rPr>
              <a:t>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